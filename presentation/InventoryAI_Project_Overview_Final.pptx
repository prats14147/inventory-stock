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62150667324069" /><Relationship Type="http://schemas.openxmlformats.org/officeDocument/2006/relationships/extended-properties" Target="/docProps/app.xml" Id="R9be9de1db6924ca1" /><Relationship Type="http://schemas.openxmlformats.org/officeDocument/2006/relationships/officeDocument" Target="/ppt/presentation.xml" Id="Rae89014b1e5a46c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6bee0072bd4a53"/>
  </p:sldMasterIdLst>
  <p:notesMasterIdLst>
    <p:notesMasterId xmlns:r="http://schemas.openxmlformats.org/officeDocument/2006/relationships" r:id="R2ac4e3de9c5844be"/>
  </p:notesMasterIdLst>
  <p:sldIdLst>
    <p:sldId xmlns:r="http://schemas.openxmlformats.org/officeDocument/2006/relationships" id="256" r:id="R64325213aeba4784"/>
    <p:sldId xmlns:r="http://schemas.openxmlformats.org/officeDocument/2006/relationships" id="257" r:id="Ra3baff9054184321"/>
    <p:sldId xmlns:r="http://schemas.openxmlformats.org/officeDocument/2006/relationships" id="258" r:id="R1b7271541b614eca"/>
    <p:sldId xmlns:r="http://schemas.openxmlformats.org/officeDocument/2006/relationships" id="259" r:id="R0faf5d948c3f4997"/>
    <p:sldId xmlns:r="http://schemas.openxmlformats.org/officeDocument/2006/relationships" id="260" r:id="Rebcec0ad7c374538"/>
    <p:sldId xmlns:r="http://schemas.openxmlformats.org/officeDocument/2006/relationships" id="261" r:id="R41f71c297fd041bc"/>
    <p:sldId xmlns:r="http://schemas.openxmlformats.org/officeDocument/2006/relationships" id="262" r:id="Rdb1b3c24e887468c"/>
    <p:sldId xmlns:r="http://schemas.openxmlformats.org/officeDocument/2006/relationships" id="263" r:id="R1314fdbd32c74f4c"/>
    <p:sldId xmlns:r="http://schemas.openxmlformats.org/officeDocument/2006/relationships" id="264" r:id="R327fdfed5ab344d9"/>
    <p:sldId xmlns:r="http://schemas.openxmlformats.org/officeDocument/2006/relationships" id="265" r:id="Rb8a13bf151e44739"/>
    <p:sldId xmlns:r="http://schemas.openxmlformats.org/officeDocument/2006/relationships" id="266" r:id="R737917e0e68f48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3e3e3071e54351" /><Relationship Type="http://schemas.openxmlformats.org/officeDocument/2006/relationships/slideMaster" Target="/ppt/slideMasters/slideMaster1.xml" Id="R616bee0072bd4a53" /><Relationship Type="http://schemas.openxmlformats.org/officeDocument/2006/relationships/notesMaster" Target="/ppt/notesMasters/notesMaster1.xml" Id="R2ac4e3de9c5844be" /><Relationship Type="http://schemas.openxmlformats.org/officeDocument/2006/relationships/presProps" Target="/ppt/presProps.xml" Id="R7089b101b2724980" /><Relationship Type="http://schemas.openxmlformats.org/officeDocument/2006/relationships/tableStyles" Target="/ppt/tableStyles.xml" Id="R9b655b837b694178" /><Relationship Type="http://schemas.openxmlformats.org/officeDocument/2006/relationships/slide" Target="/ppt/slides/slide1.xml" Id="R64325213aeba4784" /><Relationship Type="http://schemas.openxmlformats.org/officeDocument/2006/relationships/slide" Target="/ppt/slides/slide2.xml" Id="Ra3baff9054184321" /><Relationship Type="http://schemas.openxmlformats.org/officeDocument/2006/relationships/slide" Target="/ppt/slides/slide3.xml" Id="R1b7271541b614eca" /><Relationship Type="http://schemas.openxmlformats.org/officeDocument/2006/relationships/slide" Target="/ppt/slides/slide4.xml" Id="R0faf5d948c3f4997" /><Relationship Type="http://schemas.openxmlformats.org/officeDocument/2006/relationships/slide" Target="/ppt/slides/slide5.xml" Id="Rebcec0ad7c374538" /><Relationship Type="http://schemas.openxmlformats.org/officeDocument/2006/relationships/slide" Target="/ppt/slides/slide6.xml" Id="R41f71c297fd041bc" /><Relationship Type="http://schemas.openxmlformats.org/officeDocument/2006/relationships/slide" Target="/ppt/slides/slide7.xml" Id="Rdb1b3c24e887468c" /><Relationship Type="http://schemas.openxmlformats.org/officeDocument/2006/relationships/slide" Target="/ppt/slides/slide8.xml" Id="R1314fdbd32c74f4c" /><Relationship Type="http://schemas.openxmlformats.org/officeDocument/2006/relationships/slide" Target="/ppt/slides/slide9.xml" Id="R327fdfed5ab344d9" /><Relationship Type="http://schemas.openxmlformats.org/officeDocument/2006/relationships/slide" Target="/ppt/slides/slide10.xml" Id="Rb8a13bf151e44739" /><Relationship Type="http://schemas.openxmlformats.org/officeDocument/2006/relationships/slide" Target="/ppt/slides/slide11.xml" Id="R737917e0e68f48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f883ada0b74a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138de03e0b4809" /><Relationship Type="http://schemas.openxmlformats.org/officeDocument/2006/relationships/notesMaster" Target="/ppt/notesMasters/notesMaster1.xml" Id="R83e015832b6944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b3120503f54500" /><Relationship Type="http://schemas.openxmlformats.org/officeDocument/2006/relationships/notesMaster" Target="/ppt/notesMasters/notesMaster1.xml" Id="Rda2d2c37a537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a1a724890d4f42" /><Relationship Type="http://schemas.openxmlformats.org/officeDocument/2006/relationships/notesMaster" Target="/ppt/notesMasters/notesMaster1.xml" Id="R5e07f1e5e3d343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1b9b46bfc41be" /><Relationship Type="http://schemas.openxmlformats.org/officeDocument/2006/relationships/notesMaster" Target="/ppt/notesMasters/notesMaster1.xml" Id="R53dfd1ec108141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356ebda2514d31" /><Relationship Type="http://schemas.openxmlformats.org/officeDocument/2006/relationships/notesMaster" Target="/ppt/notesMasters/notesMaster1.xml" Id="R78d178ac2954484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dafe9ef91747c7" /><Relationship Type="http://schemas.openxmlformats.org/officeDocument/2006/relationships/notesMaster" Target="/ppt/notesMasters/notesMaster1.xml" Id="R8741b7e9de054a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c95fc1e13145cb" /><Relationship Type="http://schemas.openxmlformats.org/officeDocument/2006/relationships/notesMaster" Target="/ppt/notesMasters/notesMaster1.xml" Id="Rea5d8538d88a46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29c977888f4135" /><Relationship Type="http://schemas.openxmlformats.org/officeDocument/2006/relationships/notesMaster" Target="/ppt/notesMasters/notesMaster1.xml" Id="Rfec69e9f0bd04c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cc1af17ce7457f" /><Relationship Type="http://schemas.openxmlformats.org/officeDocument/2006/relationships/notesMaster" Target="/ppt/notesMasters/notesMaster1.xml" Id="R42067226bb0b4d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b41fbb42de47f7" /><Relationship Type="http://schemas.openxmlformats.org/officeDocument/2006/relationships/notesMaster" Target="/ppt/notesMasters/notesMaster1.xml" Id="Raa41701b7c864c3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503ab2e4c7419f" /><Relationship Type="http://schemas.openxmlformats.org/officeDocument/2006/relationships/notesMaster" Target="/ppt/notesMasters/notesMaster1.xml" Id="R6ffd7a42fad3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facts sourced from README.md and docs/limitations.md in the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Project Overview, NLP, Analytics, Stockout Risk / Reorder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list and architecture from README.md, Frontend and Architecture sections.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Architecture, Database Design, Backend API, and NLP sections. Diagram is a simplified explanation of the documented architecture.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ML / Forecasting section and docs/limitations.md Forecasting feature design and results. MAE values and percentages are reported from the project’s held-out test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NLP section and docs/limitations.md NLP / chatbot design. This slide describes the app’s confirmation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NLP section and docs/limitations.md NLP / chatbot design. The chatbot is a hybrid NLP flow, not an unrestricted Gemini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NLP section and docs/limitations.md Product cost and store gross profit.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docs/limitations.md Dataset realism, Stockout risk / reorder assumptions, and README.md Database Design.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Installation section and start_inventoryai.ps1. The .env file is local configuration and should not be shared or committed with secret values.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Recommendations based on documented limitations and deployment notes in README.md and docs/limitations.md. Authentication is present in the current backend configuration; production hardening and role-specific access remain important deployment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d99cafd7c4b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674f9439464be1" /><Relationship Type="http://schemas.openxmlformats.org/officeDocument/2006/relationships/slideLayout" Target="/ppt/slideLayouts/slideLayout1.xml" Id="Reaf0ffaa4f48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f0ffaa4f48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326b1a1d2486d" /><Relationship Type="http://schemas.openxmlformats.org/officeDocument/2006/relationships/notesSlide" Target="/ppt/notesSlides/notesSlide1.xml" Id="R93ac08c9972840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5391e0a8749c0" /><Relationship Type="http://schemas.openxmlformats.org/officeDocument/2006/relationships/notesSlide" Target="/ppt/notesSlides/notesSlide2.xml" Id="Redbd288bad834f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9f2abe8a84199" /><Relationship Type="http://schemas.openxmlformats.org/officeDocument/2006/relationships/notesSlide" Target="/ppt/notesSlides/notesSlide3.xml" Id="R856baed1e74440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a15347443b4459" /><Relationship Type="http://schemas.openxmlformats.org/officeDocument/2006/relationships/notesSlide" Target="/ppt/notesSlides/notesSlide4.xml" Id="R6f9c1365eda549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ec7fbea54ea8" /><Relationship Type="http://schemas.openxmlformats.org/officeDocument/2006/relationships/notesSlide" Target="/ppt/notesSlides/notesSlide5.xml" Id="R8f6d72a1555340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ede8fe4b5427d" /><Relationship Type="http://schemas.openxmlformats.org/officeDocument/2006/relationships/notesSlide" Target="/ppt/notesSlides/notesSlide6.xml" Id="R52f22556484a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2d96db34747cb" /><Relationship Type="http://schemas.openxmlformats.org/officeDocument/2006/relationships/notesSlide" Target="/ppt/notesSlides/notesSlide7.xml" Id="R15dd5799b1c44d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d244e3a1c4819" /><Relationship Type="http://schemas.openxmlformats.org/officeDocument/2006/relationships/notesSlide" Target="/ppt/notesSlides/notesSlide8.xml" Id="R10ee2e614a8b47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bfdc47981486a" /><Relationship Type="http://schemas.openxmlformats.org/officeDocument/2006/relationships/notesSlide" Target="/ppt/notesSlides/notesSlide9.xml" Id="R1483420308fa4c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ec43d45af46c9" /><Relationship Type="http://schemas.openxmlformats.org/officeDocument/2006/relationships/notesSlide" Target="/ppt/notesSlides/notesSlide10.xml" Id="Rb7148a745de340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d2c6f2f2a4066" /><Relationship Type="http://schemas.openxmlformats.org/officeDocument/2006/relationships/notesSlide" Target="/ppt/notesSlides/notesSlide11.xml" Id="R06cbc5669a8140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7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1A835-4ED6-4C3C-B470-91320A81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DEB8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DEB8B"/>
                </a:solidFill>
                <a:latin typeface="Arial"/>
                <a:ea typeface="Arial"/>
                <a:cs typeface="Arial"/>
              </a:rPr>
              <a:t>RETAIL INVENTORY INTELLIGENCE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A5EE0-D232-48A6-BBC5-1E44DA60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9334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InventoryAI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0CB557-BA47-4A56-A083-26FFF558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8E3E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D8E3E2"/>
                </a:solidFill>
                <a:latin typeface="Arial"/>
                <a:ea typeface="Arial"/>
                <a:cs typeface="Arial"/>
              </a:rPr>
              <a:t>A decision-support app for stock, sales, forecasts, and inventory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FE594-0D48-4D19-B05B-5B55177D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DEB8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DEB8B"/>
                </a:solidFill>
                <a:latin typeface="Arial"/>
                <a:ea typeface="Arial"/>
                <a:cs typeface="Arial"/>
              </a:rPr>
              <a:t>PROJECT OVERVIEW  |  FEATURES  |  HOW IT WORKS</a:t>
            </a:r>
          </a:p>
        </p:txBody>
      </p:sp>
    </p:spTree>
    <p:extLst>
      <p:ext uri="{BB962C8B-B14F-4D97-AF65-F5344CB8AC3E}">
        <p14:creationId xmlns:p14="http://schemas.microsoft.com/office/powerpoint/2010/main" val="284366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E3C73D-8987-4438-8F49-A894B87D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01  /  PURPOSE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AA9C2-DD53-40DE-8908-2EDB155C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One workspace for everyday stock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63767-EFA1-4201-BB37-D9FFEC3A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0C0F4-A661-4C30-BDD4-25D2D3B6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B9DA79-206A-445E-9A49-45284FC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5243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Stock, sales, and replenishment questions often need several screens or manual calculations. A number without its date or assumptions can also mislead.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FF994-3860-4DF0-B22F-66D33A1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9070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WHAT INVENTORYAI DOES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977708-7596-459E-B937-F4AB4BC7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It brings inventory and sales views together with short-horizon forecasts, stockout risk, reorder guidance, and a chat interface for questions and confirmed stock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ACCFB7-1F6E-4B9D-AC33-DF43C2E5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06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The backend calculates answers from stored data; the language model helps interpret the request.</a:t>
            </a:r>
          </a:p>
        </p:txBody>
      </p:sp>
    </p:spTree>
    <p:extLst>
      <p:ext uri="{BB962C8B-B14F-4D97-AF65-F5344CB8AC3E}">
        <p14:creationId xmlns:p14="http://schemas.microsoft.com/office/powerpoint/2010/main" val="3663484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9BCF9E-0D2D-40CA-82EC-A328245A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02  / 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49367-8902-4E8C-B5F4-42D1391F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Seven pages cover the main inventory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99C279-9364-425A-9573-F7C669EA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42C80-18D0-4B82-A281-F41040EE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B63BB-F4FA-44C3-B2FC-9EB080C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7526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Store and inventory snapshot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9F983-D483-441C-9C6E-E43CF8EB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53EE8-163A-4E81-A727-F1CB7781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7526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Products, stock, and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7722B-FD7A-4C04-A316-10046186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Sales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78F89C-30C2-4748-9C4A-4F4A8088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479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41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Recorded transactions and trends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F69EFC-6DEB-4572-A458-4A95EC96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479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0ACE8-40D0-497C-AAEB-8C87ED5A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84797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7- and 14-day demand estimates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465D1-B598-4933-884D-76AEE15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Stockout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523F8D-E715-4F6A-B5DD-A92AB41D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433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54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Risk tiers from stock and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DB0DF-D824-46EA-9D22-E779C54A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73A862-6A6C-4B4D-8E1C-A53FA2D6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94335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854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Suggested replenishment quantity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9ED41-6FB5-4AD6-AF2C-FC55DD44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Chatbot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047271-FE85-492F-9EDB-C49C3FB8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38725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Questions and confirmed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C7C2E4-9A3B-4AA2-A3CF-50FD9453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The pages share one frontend API service and one FastAPI backend.</a:t>
            </a:r>
          </a:p>
        </p:txBody>
      </p:sp>
    </p:spTree>
    <p:extLst>
      <p:ext uri="{BB962C8B-B14F-4D97-AF65-F5344CB8AC3E}">
        <p14:creationId xmlns:p14="http://schemas.microsoft.com/office/powerpoint/2010/main" val="1528720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7FBAB-7164-402D-9A34-9ADBE9C3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03  / 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7190A-B3D5-47A8-AF91-7FA494B8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API is the boundary between the website and the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27066-4988-4795-AC6E-D5D9DC7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37FED-6FD3-4CA8-85AF-6E035529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WEB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8204F-36BE-4EA2-94AF-C96533E5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2428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React + TypeScript</a:t>
            </a:r>
          </a:p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Shows tables, charts, forms, and chat.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A139C-F909-4AC9-89CD-43557D77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383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0F239B-886F-4108-AF58-CA8836B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62250"/>
            <a:ext cx="2428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Validates requests</a:t>
            </a:r>
          </a:p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Returns structured API responses.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76B663-E28F-43CF-9698-3FC577B9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APP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7C7A0-A4C1-415B-A4E5-0606F46B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62250"/>
            <a:ext cx="2428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Inventory, sales, forecast, and chat logic.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0BF96-EF32-427B-898C-2139A106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38375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ED3B6-F3C6-448F-9596-6F74F4BB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62250"/>
            <a:ext cx="2428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Stores products, stock, sales, and costs.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CACAA-10C8-48CE-979D-115FB886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The chatbot can request an approved backend capability. The backend checks inputs and data, then returns the result or a confirmation preview.</a:t>
            </a:r>
          </a:p>
        </p:txBody>
      </p:sp>
    </p:spTree>
    <p:extLst>
      <p:ext uri="{BB962C8B-B14F-4D97-AF65-F5344CB8AC3E}">
        <p14:creationId xmlns:p14="http://schemas.microsoft.com/office/powerpoint/2010/main" val="14555761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0B6F18-27FE-45EC-A61E-98B54D1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04  /  FORECAST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47380-4106-40C4-B8A0-64744737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Forecast results are real, but the gain over baseline is modest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3AEAF-8A52-4BF7-9BDD-CC364397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B4308-66F9-4C9C-85C2-8E0CB23D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TEST SET  /  MEAN ABSOLUTE ERROR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288A4-6520-4C27-ABDD-17DFFC8B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7-day horizon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A59BFD-64A2-40F6-8F4B-D90F5CBA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431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14-day horizon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82FF4-4151-4F35-98A5-C4560A3B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XGBoost     88.5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5B616-9203-4DD8-A1F8-AC9246BE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8765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XGBoost     88.5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3A054-456C-408C-BBCC-C6820BEC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Moving avg  93.4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3F20A-FEC4-47E4-A9F3-E3FB4FA9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Moving avg  92.8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58F6BE-0C85-4406-B155-7B8063F7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About 5.2% better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2207E0-469C-4D62-B0FD-16739073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05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About 4.7% better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44291-27C4-4377-AF0E-CECBE876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How to read this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96AAD8-07E1-4EC8-9F4E-A90E460F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4095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model predicts a product/store’s demand 7 or 14 days ahead. A chronological test shows modest improvement over a moving-average baseline.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5B7F26-C778-4DB9-8275-61C8F67F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6423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64238"/>
                </a:solidFill>
                <a:latin typeface="Arial"/>
                <a:ea typeface="Arial"/>
                <a:cs typeface="Arial"/>
              </a:rPr>
              <a:t>The source data has limited demand signal, so forecasts support planning; they are not guarantees.</a:t>
            </a:r>
          </a:p>
        </p:txBody>
      </p:sp>
    </p:spTree>
    <p:extLst>
      <p:ext uri="{BB962C8B-B14F-4D97-AF65-F5344CB8AC3E}">
        <p14:creationId xmlns:p14="http://schemas.microsoft.com/office/powerpoint/2010/main" val="472492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78A63-0CE1-481E-9DF5-7BA7F121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05  / 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F39976-CE88-405C-B4B0-C88689A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Stock changes follow different paths for sales and deliveries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AE22D-44D3-4FFC-A320-321EBB81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16FDEE-1224-40F1-B195-284E16D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CUSTOMER SALE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E61A4-44B4-43FC-90A0-8FAF8E9F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Preview quantity, store, selling price, and available stock. Confirming records the sale and deducts stock.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498DA-4793-4F2A-B972-9BF8F0EA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STOCK RECEIVED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E2370-BCF6-47B0-8CA3-13D3591D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Preview the delivery quantity and resulting stock. Confirming increases stock without recording sales revenue.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B10A02-62B3-46DF-8332-0355C2BC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OTHER ADJUSTMENT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82E63-1AD9-4349-A28E-0E023D17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33625"/>
            <a:ext cx="304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Damage or removal adjusts stock with a reason. It does not become a customer sale.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1245D-EA1C-4A47-B4B7-8D60F891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Every write action needs a preview and confirmation before the database changes.</a:t>
            </a:r>
          </a:p>
        </p:txBody>
      </p:sp>
    </p:spTree>
    <p:extLst>
      <p:ext uri="{BB962C8B-B14F-4D97-AF65-F5344CB8AC3E}">
        <p14:creationId xmlns:p14="http://schemas.microsoft.com/office/powerpoint/2010/main" val="17812821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01A6D-B1F3-44F9-A7B6-31EB2A2C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06  /  CHATBOT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2D7B7-7DF0-4F82-BB1C-BFE9B8669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model interprets wording; backend tools do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0858E-E408-4CBA-BF88-A81A0EFF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CB5CE2-42CB-497E-A5D0-6CF05D20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 request becomes a checked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25C79-3A00-43C4-9264-1C105A85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125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8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8B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FD063-3B5A-4AD0-944A-8209434DF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812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Extract action, product, store, quantity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044BAF-19C3-4668-870C-BB5CFE2C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8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8B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AB278-A968-4D16-AA2E-4055670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956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Select an allowlisted capability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C8A8E-5D29-4045-BB23-317E23E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8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8B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97CACA-0EEE-4AB1-9F63-97CD39DF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1000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Backend validates and calculates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35A7C-15BE-4744-A231-CBD1E6AA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53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78B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78B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163B5-AC98-4CC6-98EB-98038FE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43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Show facts or request confirmation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1FA423-A79C-421F-9BDD-F638DE13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09750"/>
            <a:ext cx="4524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Why wording can still 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8EABBB-F2D7-43D6-B837-C9E804FB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72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planner is constrained by registered tools, known product/store IDs, and the stored data. It cannot invent missing details or run arbitrary 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EFEC9-606D-4227-875D-7898163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10075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1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When it misses intent, improve phrase coverage and test examples, then clarify ambiguity instead of guessing.</a:t>
            </a:r>
          </a:p>
        </p:txBody>
      </p:sp>
    </p:spTree>
    <p:extLst>
      <p:ext uri="{BB962C8B-B14F-4D97-AF65-F5344CB8AC3E}">
        <p14:creationId xmlns:p14="http://schemas.microsoft.com/office/powerpoint/2010/main" val="16569802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A5DF4-1A3E-45A5-B78B-278E420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07  /  STORE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76E2A7-6212-47A1-8730-AF5AB92A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Profit uses saved cost snapshots for recorded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E93E8-A177-425A-850A-40CEA2E5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B80FD-D632-480D-9D02-55DC1EE2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Gross profit = discounted sale revenue − cost of goods sold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4CBDFC-B415-41D2-9422-72737DE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572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Each recorded sale keeps its selling price, discount, and unit-cost snapshot. Later cost edits do not rewrite past transactions.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FBE53-B2E9-4A3D-9318-3D107236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495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Imported sample sales without saved costs are excluded from gross profit. The report is not net profit because operating expenses are not tracked.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D14EB-3C0A-48D4-B08A-D80F1F87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Cost coverage tells you how much of the recorded sales can be evaluated.</a:t>
            </a:r>
          </a:p>
        </p:txBody>
      </p:sp>
    </p:spTree>
    <p:extLst>
      <p:ext uri="{BB962C8B-B14F-4D97-AF65-F5344CB8AC3E}">
        <p14:creationId xmlns:p14="http://schemas.microsoft.com/office/powerpoint/2010/main" val="18307591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FAB5BD-56B2-4100-8475-23089A0D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08  /  LIMITS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E61C03-091A-4CC5-8D30-5431C4DD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data and assumptions shape what the app can conclude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40A4B-AC25-4CC2-BD5F-398A116E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87BA9-5C7E-477B-A1BC-C17CF90A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Historical sample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D1F33A-FB44-42E0-855F-30D0BE8E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90700"/>
            <a:ext cx="7858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“Current” stock means the latest date in the database, not a live count unless users record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0253F-F341-4ECA-A3BC-A4D54ED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Weak demand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73EA4-35BF-4039-8335-315F43B8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09875"/>
            <a:ext cx="7858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Sample sales are close to uniform; price and discounts explain little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CD1E6F-3727-454B-8649-D999E7D7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Reorder assumptions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5D19EE-E1B2-483E-8346-31CAF530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7858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Lead time defaults to 7 days; safety stock and risk tiers are configurable analytical estimates.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AB6FE-F8BB-4F90-ADAF-5D517660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Changing categories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10057-96E4-4A03-9498-A476F94F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48225"/>
            <a:ext cx="7858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551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Category and region vary by transaction row, so they are not fixed product/store attributes.</a:t>
            </a:r>
          </a:p>
        </p:txBody>
      </p:sp>
    </p:spTree>
    <p:extLst>
      <p:ext uri="{BB962C8B-B14F-4D97-AF65-F5344CB8AC3E}">
        <p14:creationId xmlns:p14="http://schemas.microsoft.com/office/powerpoint/2010/main" val="1503936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5B2AF-6CCF-45EC-9167-C79077C1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09  /  RUN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159B9-505D-4E60-9123-898A6F86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Start the full app from the project folder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DBAE2-70F2-4F80-8A93-9B50FCC7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2F91B-290B-46D8-8B3D-301F2F30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.\start_inventoryai.ps1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75C83-1294-4D36-AE7C-D2A81DD2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096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Windows start script checks PostgreSQL, applies pending migrations, starts the API and website, and waits for the API health check.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17A52D-2F69-4A6D-9782-C3BF090B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573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OPEN IN A BROWSER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D1A96-0ABB-4B80-83D9-D6A08BA4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http://127.0.0.1:5173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3A9F7-4689-4653-A4B7-7930CB9A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8132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API health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16D14-CF5E-405C-834F-E15D6599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29000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http://127.0.0.1:8000/api/health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AE386-711A-421F-B345-998DCA89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526875"/>
                </a:solidFill>
                <a:latin typeface="Arial"/>
                <a:ea typeface="Arial"/>
                <a:cs typeface="Arial"/>
              </a:rPr>
              <a:t>First setup also needs Python, Node.js, PostgreSQL, project dependencies, and a local .env file.</a:t>
            </a:r>
          </a:p>
        </p:txBody>
      </p:sp>
    </p:spTree>
    <p:extLst>
      <p:ext uri="{BB962C8B-B14F-4D97-AF65-F5344CB8AC3E}">
        <p14:creationId xmlns:p14="http://schemas.microsoft.com/office/powerpoint/2010/main" val="12724286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2FAB2A-7B7F-40BD-948C-15DB4012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10  / 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13102-5BFC-4D83-B4B2-ABFA11E9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735"/>
                </a:solidFill>
                <a:latin typeface="Arial"/>
                <a:ea typeface="Arial"/>
                <a:cs typeface="Arial"/>
              </a:rPr>
              <a:t>The strongest next improvements target real-world reliability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C2B64-70B5-47D2-A943-EC4DC18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2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875"/>
                </a:solidFill>
                <a:latin typeface="Arial"/>
                <a:ea typeface="Arial"/>
                <a:cs typeface="Arial"/>
              </a:rPr>
              <a:t>INVENTORY INTELLIGENCE  /  PROJECT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FEDB0-C262-4186-8A33-4DD4C0E8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Better sales data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4D656-60A8-48EF-811D-2A16672E2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Use realistic demand history and measure forecast errors by product/store.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415EF-7315-4CE2-8251-7FDB9D71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Richer product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BB3BC-B33A-4CD3-92C3-657A7784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09875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Add names, suppliers, and lead times so users can act on recommendations.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300CB-0590-44F8-817D-E1380E47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Chat quality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C9FF8-6555-42F1-8CE9-A37CC3D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10000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Keep a test set of natural phrasings and verify both answers and stock actions.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26AAA-15B7-4038-8865-1239749D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0125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67C8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7C80"/>
                </a:solidFill>
                <a:latin typeface="Arial"/>
                <a:ea typeface="Arial"/>
                <a:cs typeface="Arial"/>
              </a:rPr>
              <a:t>Access controls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D0512-08FE-4259-95AF-3A59AADF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62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4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735"/>
                </a:solidFill>
                <a:latin typeface="Arial"/>
                <a:ea typeface="Arial"/>
                <a:cs typeface="Arial"/>
              </a:rPr>
              <a:t>Add individual staff accounts and read-only/editor/admin roles before wider deployment.</a:t>
            </a:r>
          </a:p>
        </p:txBody>
      </p:sp>
    </p:spTree>
    <p:extLst>
      <p:ext uri="{BB962C8B-B14F-4D97-AF65-F5344CB8AC3E}">
        <p14:creationId xmlns:p14="http://schemas.microsoft.com/office/powerpoint/2010/main" val="4502097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2026-10-06T01:55:42.9560000Z</dcterms:created>
  <dcterms:modified xsi:type="dcterms:W3CDTF">2026-10-06T01:55:42.9560000Z</dcterms:modified>
</coreProperties>
</file>